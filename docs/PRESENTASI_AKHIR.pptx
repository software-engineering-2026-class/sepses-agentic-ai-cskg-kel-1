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Laporan Akhir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SEPSES Agentic AI Cybersecurity Knowledge Graph (CSKG)</a:t>
            </a:r>
          </a:p>
          <a:p>
            <a:pPr algn="l">
              <a:defRPr sz="1800"/>
            </a:pPr>
            <a:r>
              <a:t>Kelompok: SEPSES Agentic AI CSKG</a:t>
            </a:r>
          </a:p>
          <a:p>
            <a:pPr algn="l">
              <a:defRPr sz="1800"/>
            </a:pPr>
            <a:r>
              <a:t>Dosen Pengampu: -</a:t>
            </a:r>
          </a:p>
          <a:p>
            <a:pPr algn="l">
              <a:defRPr sz="1800"/>
            </a:pPr>
            <a:r>
              <a:t>Periode: Juni 2026</a:t>
            </a:r>
          </a:p>
          <a:p>
            <a:pPr algn="l">
              <a:defRPr sz="1800"/>
            </a:pPr>
          </a:p>
          <a:p>
            <a:pPr algn="l">
              <a:defRPr sz="1800"/>
            </a:pPr>
            <a:r>
              <a:t>Anggota: Widad Muhammad Rafi, Mikail Achmad, Bryan Al Hilal Siregar, Lindra Hastungkara Singgih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 &amp; Tujuan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Latar belakang:</a:t>
            </a:r>
          </a:p>
          <a:p>
            <a:pPr algn="l">
              <a:defRPr sz="1800"/>
            </a:pPr>
            <a:r>
              <a:t>- Versi asli SEPSES Cybersecurity KG pipeline bersifat static ETL (Java + RML).</a:t>
            </a:r>
          </a:p>
          <a:p>
            <a:pPr algn="l">
              <a:defRPr sz="1800"/>
            </a:pPr>
            <a:r>
              <a:t>- Dibangun kebutuhan pipeline yang lebih fleksibel, modular, dan adaptif.</a:t>
            </a:r>
          </a:p>
          <a:p>
            <a:pPr algn="l">
              <a:defRPr sz="1800"/>
            </a:pPr>
            <a:r>
              <a:t>Tujuan proyek:</a:t>
            </a:r>
          </a:p>
          <a:p>
            <a:pPr algn="l">
              <a:defRPr sz="1800"/>
            </a:pPr>
            <a:r>
              <a:t>- Merekontruksi pipeline menjadi agentic AI pipeline berbasis Python.</a:t>
            </a:r>
          </a:p>
          <a:p>
            <a:pPr algn="l">
              <a:defRPr sz="1800"/>
            </a:pPr>
            <a:r>
              <a:t>- Menghasilkan KG yang kompatibel dengan ontology SEPSES.</a:t>
            </a:r>
          </a:p>
          <a:p>
            <a:pPr algn="l">
              <a:defRPr sz="1800"/>
            </a:pPr>
            <a:r>
              <a:t>- Menyediakan parsing, linking, validasi, evaluasi, dan loading ke SPARQL.</a:t>
            </a:r>
          </a:p>
          <a:p>
            <a:pPr algn="l">
              <a:defRPr sz="1800"/>
            </a:pPr>
            <a:r>
              <a:t>- Menyediakan dokumentasi dan artefak demo yang siap dipresentasikan.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Arsitektur dan Metode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Pipeline Orchestrator: run_pipeline.py</a:t>
            </a:r>
          </a:p>
          <a:p>
            <a:pPr algn="l">
              <a:defRPr sz="1800"/>
            </a:pPr>
            <a:r>
              <a:t>- FetcherAgent  -&gt; mengunduh data mentah + metadata</a:t>
            </a:r>
          </a:p>
          <a:p>
            <a:pPr algn="l">
              <a:defRPr sz="1800"/>
            </a:pPr>
            <a:r>
              <a:t>- ParserAgent   -&gt; auto-detect &amp; parsing format (JSON/XML/CSV)</a:t>
            </a:r>
          </a:p>
          <a:p>
            <a:pPr algn="l">
              <a:defRPr sz="1800"/>
            </a:pPr>
            <a:r>
              <a:t>- LinkerAgent   -&gt; cross-source linking berbasis identifier deterministik</a:t>
            </a:r>
          </a:p>
          <a:p>
            <a:pPr algn="l">
              <a:defRPr sz="1800"/>
            </a:pPr>
            <a:r>
              <a:t>- ValidationAgent-&gt; validasi KG (required fields, duplicate, syntax, missing refs)</a:t>
            </a:r>
          </a:p>
          <a:p>
            <a:pPr algn="l">
              <a:defRPr sz="1800"/>
            </a:pPr>
            <a:r>
              <a:t>Metode:</a:t>
            </a:r>
          </a:p>
          <a:p>
            <a:pPr algn="l">
              <a:defRPr sz="1800"/>
            </a:pPr>
            <a:r>
              <a:t>- Parsing incremental/streaming untuk data besar</a:t>
            </a:r>
          </a:p>
          <a:p>
            <a:pPr algn="l">
              <a:defRPr sz="1800"/>
            </a:pPr>
            <a:r>
              <a:t>- Deterministic mapping ke ontology SEPSES</a:t>
            </a:r>
          </a:p>
          <a:p>
            <a:pPr algn="l">
              <a:defRPr sz="1800"/>
            </a:pPr>
            <a:r>
              <a:t>- Modular agent-based workflow untuk keterlacakan dan maintenance.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Implementasi Utama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Infrastruktur:</a:t>
            </a:r>
          </a:p>
          <a:p>
            <a:pPr algn="l">
              <a:defRPr sz="1800"/>
            </a:pPr>
            <a:r>
              <a:t>- Docker Compose: sepses-app + sepses-qlever</a:t>
            </a:r>
          </a:p>
          <a:p>
            <a:pPr algn="l">
              <a:defRPr sz="1800"/>
            </a:pPr>
            <a:r>
              <a:t>- QLever setup + RDF loader + endpoint manager</a:t>
            </a:r>
          </a:p>
          <a:p>
            <a:pPr algn="l">
              <a:defRPr sz="1800"/>
            </a:pPr>
            <a:r>
              <a:t>Komponen data/AI:</a:t>
            </a:r>
          </a:p>
          <a:p>
            <a:pPr algn="l">
              <a:defRPr sz="1800"/>
            </a:pPr>
            <a:r>
              <a:t>- Fetcher per sumber: NVD/CVE-CVSS, CPE, CWE, CAPEC, ATT&amp;CK, ICSA</a:t>
            </a:r>
          </a:p>
          <a:p>
            <a:pPr algn="l">
              <a:defRPr sz="1800"/>
            </a:pPr>
            <a:r>
              <a:t>- Parser &amp; mapper ke SKOS-like ontology classes</a:t>
            </a:r>
          </a:p>
          <a:p>
            <a:pPr algn="l">
              <a:defRPr sz="1800"/>
            </a:pPr>
            <a:r>
              <a:t>- RDF/Turtle generator + linking report + validation report</a:t>
            </a:r>
          </a:p>
          <a:p>
            <a:pPr algn="l">
              <a:defRPr sz="1800"/>
            </a:pPr>
            <a:r>
              <a:t>Evaluasi:</a:t>
            </a:r>
          </a:p>
          <a:p>
            <a:pPr algn="l">
              <a:defRPr sz="1800"/>
            </a:pPr>
            <a:r>
              <a:t>- KG evaluator, visualizer, report generator, query examples untuk use-case keamanan.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Hasil Pengujian &amp; Demonstrasi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Status issue: seluruh issue yang ada sudah tertutup (1–15).</a:t>
            </a:r>
          </a:p>
          <a:p>
            <a:pPr algn="l">
              <a:defRPr sz="1800"/>
            </a:pPr>
            <a:r>
              <a:t>Pipeline demonstrasi (contoh):</a:t>
            </a:r>
          </a:p>
          <a:p>
            <a:pPr algn="l">
              <a:defRPr sz="1800"/>
            </a:pPr>
            <a:r>
              <a:t>1) python scripts/fetch_all_sources.py</a:t>
            </a:r>
          </a:p>
          <a:p>
            <a:pPr algn="l">
              <a:defRPr sz="1800"/>
            </a:pPr>
            <a:r>
              <a:t>2) python -m src.agentic_pipeline.run_pipeline --all-sources --output data/rdf_output/sepses_cskg.ttl</a:t>
            </a:r>
          </a:p>
          <a:p>
            <a:pPr algn="l">
              <a:defRPr sz="1800"/>
            </a:pPr>
            <a:r>
              <a:t>3) python -m src.sparql.rdf_loader</a:t>
            </a:r>
          </a:p>
          <a:p>
            <a:pPr algn="l">
              <a:defRPr sz="1800"/>
            </a:pPr>
            <a:r>
              <a:t>4) python -m src.evaluation.run_evaluation</a:t>
            </a:r>
          </a:p>
          <a:p>
            <a:pPr algn="l">
              <a:defRPr sz="1800"/>
            </a:pPr>
            <a:r>
              <a:t>Contoh hasil validasi:</a:t>
            </a:r>
          </a:p>
          <a:p>
            <a:pPr algn="l">
              <a:defRPr sz="1800"/>
            </a:pPr>
            <a:r>
              <a:t>- Total triples: 276,398 (snapshot), ttl_parse: OK</a:t>
            </a:r>
          </a:p>
          <a:p>
            <a:pPr algn="l">
              <a:defRPr sz="1800"/>
            </a:pPr>
            <a:r>
              <a:t>- validasi masih mencatat required field warnings/errors pada beberapa entitas CWE (needs improvement)</a:t>
            </a:r>
          </a:p>
          <a:p>
            <a:pPr algn="l">
              <a:defRPr sz="1800"/>
            </a:pPr>
            <a:r>
              <a:t>- Grafik evaluasi disimpan di docs/evaluation/*.png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Kendala, Kesimpulan, dan Kontribusi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/>
            </a:pPr>
            <a:r>
              <a:t>Kendala utama:</a:t>
            </a:r>
          </a:p>
          <a:p>
            <a:pPr algn="l">
              <a:defRPr sz="1800"/>
            </a:pPr>
            <a:r>
              <a:t>- Kualitas field dari sumber publik menyebabkan missing title/field</a:t>
            </a:r>
          </a:p>
          <a:p>
            <a:pPr algn="l">
              <a:defRPr sz="1800"/>
            </a:pPr>
            <a:r>
              <a:t>- Ketergantungan runtime pada rate-limit NVD dan sumber upstream</a:t>
            </a:r>
          </a:p>
          <a:p>
            <a:pPr algn="l">
              <a:defRPr sz="1800"/>
            </a:pPr>
            <a:r>
              <a:t>- SHACL opsional memerlukan dependency tambahan untuk cek mendalam</a:t>
            </a:r>
          </a:p>
          <a:p>
            <a:pPr algn="l">
              <a:defRPr sz="1800"/>
            </a:pPr>
            <a:r>
              <a:t>Kesimpulan:</a:t>
            </a:r>
          </a:p>
          <a:p>
            <a:pPr algn="l">
              <a:defRPr sz="1800"/>
            </a:pPr>
            <a:r>
              <a:t>- Implementasi inti agentic pipeline sudah berjalan dan terdokumentasi.</a:t>
            </a:r>
          </a:p>
          <a:p>
            <a:pPr algn="l">
              <a:defRPr sz="1800"/>
            </a:pPr>
            <a:r>
              <a:t>- Hasil KG dapat dibangun, divalidasi, dan di-load ke SPARQL endpoint.</a:t>
            </a:r>
          </a:p>
          <a:p>
            <a:pPr algn="l">
              <a:defRPr sz="1800"/>
            </a:pPr>
            <a:r>
              <a:t>- Masih ada ruang perbaikan untuk quality assurance lebih ketat.</a:t>
            </a:r>
          </a:p>
          <a:p>
            <a:pPr algn="l">
              <a:defRPr sz="1800"/>
            </a:pPr>
            <a:r>
              <a:t>Kontribusi anggota:</a:t>
            </a:r>
          </a:p>
          <a:p>
            <a:pPr algn="l">
              <a:defRPr sz="1800"/>
            </a:pPr>
            <a:r>
              <a:t>Widad: koordinasi &amp; dokumentasi; Mikail: SPARQL/evaluasi; Bryan: parsing/ontology mapping; Lindra: ingestion &amp; preprocessing.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